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6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6" y="42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ljoo93.github.io/TETRIS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279806" cy="279806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13816" y="548640"/>
            <a:ext cx="279806" cy="279806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124712" y="548640"/>
            <a:ext cx="279806" cy="279806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435608" y="548640"/>
            <a:ext cx="279806" cy="279806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3816" y="5212080"/>
            <a:ext cx="279806" cy="279806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4712" y="5212080"/>
            <a:ext cx="279806" cy="279806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02920" y="5522976"/>
            <a:ext cx="279806" cy="279806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13816" y="5522976"/>
            <a:ext cx="279806" cy="279806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108960" y="5943600"/>
            <a:ext cx="263347" cy="263347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401568" y="5943600"/>
            <a:ext cx="263347" cy="263347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108960" y="6236208"/>
            <a:ext cx="263347" cy="263347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401568" y="6236208"/>
            <a:ext cx="263347" cy="263347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22960" y="1234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4EC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PROJECT · VANILLA JS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15544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kern="0" spc="800" dirty="0">
                <a:solidFill>
                  <a:srgbClr val="E8EB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TETRIS</a:t>
            </a:r>
            <a:endParaRPr lang="en-US" sz="9600" dirty="0"/>
          </a:p>
        </p:txBody>
      </p:sp>
      <p:sp>
        <p:nvSpPr>
          <p:cNvPr id="16" name="Text 14"/>
          <p:cNvSpPr/>
          <p:nvPr/>
        </p:nvSpPr>
        <p:spPr>
          <a:xfrm>
            <a:off x="822960" y="32004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HTML · CSS · JavaScript로 구현한 클래식 테트리스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3886200"/>
            <a:ext cx="2011680" cy="45720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이길주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KIT 20260137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프로그래밍  ·  2026.06.17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822960"/>
            <a:ext cx="3246120" cy="5212080"/>
          </a:xfrm>
          <a:prstGeom prst="roundRect">
            <a:avLst>
              <a:gd name="adj" fmla="val 2254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0" descr="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051560"/>
            <a:ext cx="2788920" cy="43810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920240"/>
            <a:ext cx="181051" cy="181051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69848" y="1920240"/>
            <a:ext cx="181051" cy="181051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271016" y="1920240"/>
            <a:ext cx="181051" cy="181051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069848" y="2121408"/>
            <a:ext cx="181051" cy="181051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68680" y="26060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68680" y="310896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브라우저에서 동작하는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클래식 테트리스 게임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25112" y="155448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45152" y="1920240"/>
            <a:ext cx="181051" cy="181051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846320" y="1920240"/>
            <a:ext cx="181051" cy="181051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645152" y="2121408"/>
            <a:ext cx="181051" cy="181051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846320" y="2121408"/>
            <a:ext cx="181051" cy="181051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645152" y="26060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목적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645152" y="310896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</a:rPr>
              <a:t>유니티</a:t>
            </a:r>
            <a:r>
              <a:rPr lang="en-US" altLang="ko-KR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1500" dirty="0" err="1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</a:rPr>
              <a:t>언리얼엔진</a:t>
            </a:r>
            <a:r>
              <a:rPr lang="ko-KR" altLang="en-US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</a:rPr>
              <a:t> 등의 개발 툴에서 기본적으로 지원하는 개념들을 기초적인 코드로 직접 구현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01584" y="155448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622792" y="1920240"/>
            <a:ext cx="181051" cy="181051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823960" y="1920240"/>
            <a:ext cx="181051" cy="181051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421624" y="2121408"/>
            <a:ext cx="181051" cy="181051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8622792" y="2121408"/>
            <a:ext cx="181051" cy="181051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8421624" y="26060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 사용자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421624" y="310896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브라우저에서 가볍게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즐기는 캐주얼 게이머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48640" y="46177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" y="46177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 </a:t>
            </a:r>
            <a:r>
              <a:rPr lang="en-US" sz="17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HTML·CSS는 심플하게 잡고, JavaScript 로직 구현에 집중하는 것을 목표로 했습니다.</a:t>
            </a:r>
            <a:r>
              <a:rPr lang="en-US" sz="28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”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3456432" cy="2331720"/>
          </a:xfrm>
          <a:prstGeom prst="roundRect">
            <a:avLst>
              <a:gd name="adj" fmla="val 313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48640" y="1508760"/>
            <a:ext cx="3456432" cy="109728"/>
          </a:xfrm>
          <a:prstGeom prst="rect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68680" y="1874520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68680" y="260604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구조와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&lt;canvas&gt; 영역 정의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5112" y="1508760"/>
            <a:ext cx="3456432" cy="2331720"/>
          </a:xfrm>
          <a:prstGeom prst="roundRect">
            <a:avLst>
              <a:gd name="adj" fmla="val 313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25112" y="1508760"/>
            <a:ext cx="3456432" cy="109728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45152" y="1874520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CSS3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45152" y="260604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반응형</a:t>
            </a:r>
            <a:r>
              <a:rPr 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layout(Flex box),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테마 UI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101584" y="1508760"/>
            <a:ext cx="3456432" cy="2331720"/>
          </a:xfrm>
          <a:prstGeom prst="roundRect">
            <a:avLst>
              <a:gd name="adj" fmla="val 313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101584" y="1508760"/>
            <a:ext cx="3456432" cy="109728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421624" y="1874520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421624" y="260604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로직 전체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(Vanilla · 라이브러리 0)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브라우저 API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3456432" cy="777240"/>
          </a:xfrm>
          <a:prstGeom prst="roundRect">
            <a:avLst>
              <a:gd name="adj" fmla="val 9412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77240" y="45262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Canvas 2D API — 블록·미노 렌더링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25112" y="4526280"/>
            <a:ext cx="3456432" cy="777240"/>
          </a:xfrm>
          <a:prstGeom prst="roundRect">
            <a:avLst>
              <a:gd name="adj" fmla="val 9412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553712" y="45262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requestAnimationFrame — 게임 루프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101584" y="4526280"/>
            <a:ext cx="3456432" cy="777240"/>
          </a:xfrm>
          <a:prstGeom prst="roundRect">
            <a:avLst>
              <a:gd name="adj" fmla="val 9412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330184" y="45262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KeyboardEvent — 키 조작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68680" y="5733288"/>
            <a:ext cx="106985" cy="106985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87552" y="5733288"/>
            <a:ext cx="106985" cy="106985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106424" y="5733288"/>
            <a:ext cx="106985" cy="106985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225296" y="5733288"/>
            <a:ext cx="106985" cy="106985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783080" y="55321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프레임워크·라이브러리 0개  </a:t>
            </a:r>
            <a:r>
              <a:rPr lang="en-US" sz="160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전부 브라우저 기본 기능만으로 구현했습니다.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(UI 구조)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200400" cy="4766400"/>
          </a:xfrm>
          <a:prstGeom prst="roundRect">
            <a:avLst>
              <a:gd name="adj" fmla="val 2286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2743200" cy="43092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97680" y="155448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128016" cy="1051560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4663440" y="171907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보드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663440" y="210312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300×600 캔버스 = 10칸 × 20칸 (1칸 30px)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7680" y="278892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297680" y="2788920"/>
            <a:ext cx="128016" cy="1051560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4663440" y="29535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 패널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63440" y="33375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· 레벨 · 라인 · 다음 미노 · 홀드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97680" y="402336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4297680" y="4023360"/>
            <a:ext cx="128016" cy="1051560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4663440" y="418795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오버레이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663440" y="45720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시작 / 일시정지 화면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7680" y="525780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4297680" y="5257800"/>
            <a:ext cx="128016" cy="1051560"/>
          </a:xfrm>
          <a:prstGeom prst="rect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4663440" y="542239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푸터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4663440" y="5806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조작키 안내 (←→ 이동, z 회전, ↑ 하드드롭 …)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기능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3456432" cy="2057400"/>
          </a:xfrm>
          <a:prstGeom prst="roundRect">
            <a:avLst>
              <a:gd name="adj" fmla="val 3556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68680" y="1828800"/>
            <a:ext cx="148133" cy="148133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33272" y="1828800"/>
            <a:ext cx="148133" cy="148133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197864" y="1828800"/>
            <a:ext cx="148133" cy="148133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033272" y="1993392"/>
            <a:ext cx="148133" cy="148133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68680" y="23774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미노 이동 / 회전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2807208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←→ 이동, z 회전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(벽 끼임 보정 포함)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25112" y="1508760"/>
            <a:ext cx="3456432" cy="2057400"/>
          </a:xfrm>
          <a:prstGeom prst="roundRect">
            <a:avLst>
              <a:gd name="adj" fmla="val 3556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45152" y="1828800"/>
            <a:ext cx="148133" cy="148133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809744" y="1828800"/>
            <a:ext cx="148133" cy="148133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74336" y="1828800"/>
            <a:ext cx="148133" cy="148133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138928" y="1828800"/>
            <a:ext cx="148133" cy="148133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645152" y="23774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하드드롭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45152" y="2807208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키로 바닥까지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내리기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01584" y="1508760"/>
            <a:ext cx="3456432" cy="2057400"/>
          </a:xfrm>
          <a:prstGeom prst="roundRect">
            <a:avLst>
              <a:gd name="adj" fmla="val 3556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421624" y="1828800"/>
            <a:ext cx="148133" cy="148133"/>
          </a:xfrm>
          <a:prstGeom prst="rect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421624" y="1993392"/>
            <a:ext cx="148133" cy="148133"/>
          </a:xfrm>
          <a:prstGeom prst="rect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421624" y="2157984"/>
            <a:ext cx="148133" cy="148133"/>
          </a:xfrm>
          <a:prstGeom prst="rect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8586216" y="2157984"/>
            <a:ext cx="148133" cy="148133"/>
          </a:xfrm>
          <a:prstGeom prst="rect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8421624" y="237744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낙하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21624" y="2807208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시간에 따라 블록이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내려옴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840480"/>
            <a:ext cx="3456432" cy="2057400"/>
          </a:xfrm>
          <a:prstGeom prst="roundRect">
            <a:avLst>
              <a:gd name="adj" fmla="val 3556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033272" y="4160520"/>
            <a:ext cx="148133" cy="148133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197864" y="4160520"/>
            <a:ext cx="148133" cy="148133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868680" y="4325112"/>
            <a:ext cx="148133" cy="148133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33272" y="4325112"/>
            <a:ext cx="148133" cy="148133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868680" y="470916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클리어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68680" y="5138928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줄이 꽉 차면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+ 점수 획득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325112" y="3840480"/>
            <a:ext cx="3456432" cy="2057400"/>
          </a:xfrm>
          <a:prstGeom prst="roundRect">
            <a:avLst>
              <a:gd name="adj" fmla="val 3556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645152" y="4160520"/>
            <a:ext cx="148133" cy="148133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4809744" y="4160520"/>
            <a:ext cx="148133" cy="148133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4645152" y="4325112"/>
            <a:ext cx="148133" cy="148133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4809744" y="4325112"/>
            <a:ext cx="148133" cy="148133"/>
          </a:xfrm>
          <a:prstGeom prst="rect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4645152" y="470916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미노 미리보기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645152" y="5138928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7-bag 랜덤으로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블록 표시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101584" y="3840480"/>
            <a:ext cx="3456432" cy="2057400"/>
          </a:xfrm>
          <a:prstGeom prst="roundRect">
            <a:avLst>
              <a:gd name="adj" fmla="val 3556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421624" y="3840480"/>
            <a:ext cx="28163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JavaScript로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구현한 게임 로직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설명 (핵심 부분)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48640" y="1508760"/>
            <a:ext cx="3611880" cy="91440"/>
          </a:xfrm>
          <a:prstGeom prst="rect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04672" y="1764792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충돌 검사 — 모든 이동의 기반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49808" y="2468880"/>
            <a:ext cx="3209544" cy="3291840"/>
          </a:xfrm>
          <a:prstGeom prst="roundRect">
            <a:avLst>
              <a:gd name="adj" fmla="val 1425"/>
            </a:avLst>
          </a:prstGeom>
          <a:solidFill>
            <a:srgbClr val="0A0C1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96112" y="2606040"/>
            <a:ext cx="2971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collison(mino, x, y){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좌우 벽 / 바닥 / 쌓인 블록 검사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(boardX&lt;0 || boardX&gt;=COLS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|| boardY&gt;=ROWS) return true;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(board[boardY][boardX]!=0)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true;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07408" y="150876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407408" y="1508760"/>
            <a:ext cx="3611880" cy="91440"/>
          </a:xfrm>
          <a:prstGeom prst="rect">
            <a:avLst/>
          </a:prstGeom>
          <a:solidFill>
            <a:srgbClr val="047F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63440" y="1764792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게임 루프 — 자동 낙하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4608576" y="2468880"/>
            <a:ext cx="3209544" cy="3291840"/>
          </a:xfrm>
          <a:prstGeom prst="roundRect">
            <a:avLst>
              <a:gd name="adj" fmla="val 1425"/>
            </a:avLst>
          </a:prstGeom>
          <a:solidFill>
            <a:srgbClr val="0A0C1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754880" y="2606040"/>
            <a:ext cx="2971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(dropCounter &gt; dropInterval){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(!collison(shape,x,y+1)) y++;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{ freeze();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clearLine();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respawn(); }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requestAnimationFrame(update);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66176" y="150876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266176" y="1508760"/>
            <a:ext cx="3611880" cy="91440"/>
          </a:xfrm>
          <a:prstGeom prst="rect">
            <a:avLst/>
          </a:prstGeom>
          <a:solidFill>
            <a:srgbClr val="8C03E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522208" y="1764792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7-bag 랜덤 — 블록 쏠림 방지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467344" y="2468880"/>
            <a:ext cx="3209544" cy="3291840"/>
          </a:xfrm>
          <a:prstGeom prst="roundRect">
            <a:avLst>
              <a:gd name="adj" fmla="val 1425"/>
            </a:avLst>
          </a:prstGeom>
          <a:solidFill>
            <a:srgbClr val="0A0C1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613648" y="2606040"/>
            <a:ext cx="2971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types =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['A','B','C','D','E','F','G'];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7개를 한 번 섞어 한 세트씩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소진 → 같은 블록이</a:t>
            </a:r>
            <a:endParaRPr lang="en-US" sz="11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B6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연속으로 몰리지 않게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3291840" cy="4910040"/>
          </a:xfrm>
          <a:prstGeom prst="roundRect">
            <a:avLst>
              <a:gd name="adj" fmla="val 2222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2834640" cy="44528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297680" y="1463040"/>
            <a:ext cx="7315200" cy="3108960"/>
          </a:xfrm>
          <a:prstGeom prst="roundRect">
            <a:avLst>
              <a:gd name="adj" fmla="val 2353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572000" y="1645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순서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572000" y="2194560"/>
            <a:ext cx="384048" cy="384048"/>
          </a:xfrm>
          <a:prstGeom prst="ellipse">
            <a:avLst/>
          </a:prstGeom>
          <a:solidFill>
            <a:srgbClr val="F5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57200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120640" y="215798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오버레이 → '게임 시작' 클릭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4572000" y="2761488"/>
            <a:ext cx="384048" cy="384048"/>
          </a:xfrm>
          <a:prstGeom prst="ellipse">
            <a:avLst/>
          </a:prstGeom>
          <a:solidFill>
            <a:srgbClr val="F058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45720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120640" y="272491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/ 회전 / 하드드롭 조작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4572000" y="3328416"/>
            <a:ext cx="384048" cy="384048"/>
          </a:xfrm>
          <a:prstGeom prst="ellipse">
            <a:avLst/>
          </a:prstGeom>
          <a:solidFill>
            <a:srgbClr val="FCF80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457200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120640" y="32918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줄을 채워 라인 클리어 시연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4572000" y="3895344"/>
            <a:ext cx="384048" cy="384048"/>
          </a:xfrm>
          <a:prstGeom prst="ellipse">
            <a:avLst/>
          </a:prstGeom>
          <a:solidFill>
            <a:srgbClr val="00C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4572000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120640" y="385876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미노 미리보기 동작 확인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4297680" y="4800600"/>
            <a:ext cx="7315200" cy="1005840"/>
          </a:xfrm>
          <a:prstGeom prst="roundRect">
            <a:avLst>
              <a:gd name="adj" fmla="val 7273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4572000" y="4800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</a:t>
            </a:r>
            <a:r>
              <a:rPr lang="en-US" sz="1400" b="1" dirty="0" err="1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</a:t>
            </a:r>
            <a:r>
              <a:rPr lang="en-US" sz="1400" b="1" dirty="0">
                <a:solidFill>
                  <a:srgbClr val="4EC1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sz="1500" dirty="0">
                <a:solidFill>
                  <a:srgbClr val="E8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/>
              </a:rPr>
              <a:t>https://giljoo93.github.io/TETRIS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2A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과정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128016" cy="1371600"/>
          </a:xfrm>
          <a:prstGeom prst="rect">
            <a:avLst/>
          </a:prstGeom>
          <a:solidFill>
            <a:srgbClr val="F5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2960" y="1737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시 벽이나 블록에 끼여 회전이 안 됨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120640" y="1554480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EC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852160" y="1737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52160" y="20574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후 충돌하면 좌우·상하로 밀어보는 '월 킥' 보정 추가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149840" y="15544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099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 type rotate bug clear'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12724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48640" y="3127248"/>
            <a:ext cx="128016" cy="1371600"/>
          </a:xfrm>
          <a:prstGeom prst="rect">
            <a:avLst/>
          </a:prstGeom>
          <a:solidFill>
            <a:srgbClr val="F5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2960" y="33101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363016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하드드롭 후 블록 고정 / 재생성이 꼬임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20640" y="3127248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EC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852160" y="33101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0" y="36301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freeze → clearLine → respawn 순서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149840" y="3127248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099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'freeze + respawn'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001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48640" y="4700016"/>
            <a:ext cx="128016" cy="1371600"/>
          </a:xfrm>
          <a:prstGeom prst="rect">
            <a:avLst/>
          </a:prstGeom>
          <a:solidFill>
            <a:srgbClr val="F5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22960" y="48828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520293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블록이 보드 밖으로 빠져나감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120640" y="4700016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EC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5852160" y="48828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C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52160" y="520293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E8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 검사의 경계 조건(벽·바닥) 보완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149840" y="4700016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099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collison() 경계 처리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099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git 커밋 기록으로 문제 해결 과정을 추적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09728" cy="566928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3000" b="1">
                <a:solidFill>
                  <a:srgbClr val="232A3B"/>
                </a:solidFill>
                <a:latin typeface="Arial Black"/>
                <a:ea typeface="Arial Black"/>
                <a:cs typeface="Arial Black"/>
              </a:rPr>
              <a:t>08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141732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en-US" sz="2800" b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느낀 점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10927080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082528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237976" y="502920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1082528" y="658368"/>
            <a:ext cx="139903" cy="139903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3456432" cy="3291840"/>
          </a:xfrm>
          <a:prstGeom prst="roundRect">
            <a:avLst>
              <a:gd name="adj" fmla="val 2222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48640" y="1508760"/>
            <a:ext cx="3456432" cy="109728"/>
          </a:xfrm>
          <a:prstGeom prst="rect">
            <a:avLst/>
          </a:prstGeom>
          <a:solidFill>
            <a:srgbClr val="00CC00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68680" y="182880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배운 점</a:t>
            </a:r>
            <a:endParaRPr lang="en-US" sz="1900"/>
          </a:p>
        </p:txBody>
      </p:sp>
      <p:sp>
        <p:nvSpPr>
          <p:cNvPr id="12" name="Text 10"/>
          <p:cNvSpPr/>
          <p:nvPr/>
        </p:nvSpPr>
        <p:spPr>
          <a:xfrm>
            <a:off x="868680" y="2468880"/>
            <a:ext cx="2907792" cy="210312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2D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배열·좌표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계산으로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로직을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설계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Canvas와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루프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rAF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원리</a:t>
            </a:r>
            <a:endParaRPr lang="en-US" altLang="ko-KR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325112" y="1508760"/>
            <a:ext cx="3456432" cy="3291840"/>
          </a:xfrm>
          <a:prstGeom prst="roundRect">
            <a:avLst>
              <a:gd name="adj" fmla="val 2222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25112" y="1508760"/>
            <a:ext cx="3456432" cy="109728"/>
          </a:xfrm>
          <a:prstGeom prst="rect">
            <a:avLst/>
          </a:prstGeom>
          <a:solidFill>
            <a:srgbClr val="F05800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45152" y="182880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어려웠던 점</a:t>
            </a:r>
            <a:endParaRPr lang="en-US" sz="1900"/>
          </a:p>
        </p:txBody>
      </p:sp>
      <p:sp>
        <p:nvSpPr>
          <p:cNvPr id="16" name="Text 14"/>
          <p:cNvSpPr/>
          <p:nvPr/>
        </p:nvSpPr>
        <p:spPr>
          <a:xfrm>
            <a:off x="4645152" y="2468880"/>
            <a:ext cx="2907792" cy="210312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회전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시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충돌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보정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(월 킥)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까다로움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이벤트·게임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루프의</a:t>
            </a:r>
            <a:r>
              <a:rPr lang="ko-KR" alt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400" dirty="0" err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관리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ko-KR" altLang="en-US" sz="1400" dirty="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알고리즘의 구현 그 자체</a:t>
            </a:r>
            <a:endParaRPr lang="en-US" sz="1400" dirty="0">
              <a:solidFill>
                <a:srgbClr val="E8EBF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101584" y="1508760"/>
            <a:ext cx="3456432" cy="3291840"/>
          </a:xfrm>
          <a:prstGeom prst="roundRect">
            <a:avLst>
              <a:gd name="adj" fmla="val 2222"/>
            </a:avLst>
          </a:prstGeom>
          <a:solidFill>
            <a:srgbClr val="1A1F2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101584" y="1508760"/>
            <a:ext cx="3456432" cy="109728"/>
          </a:xfrm>
          <a:prstGeom prst="rect">
            <a:avLst/>
          </a:prstGeom>
          <a:solidFill>
            <a:srgbClr val="8C03E7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421624" y="182880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900" b="1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개선하고 싶은 점</a:t>
            </a:r>
            <a:endParaRPr lang="en-US" sz="1900"/>
          </a:p>
        </p:txBody>
      </p:sp>
      <p:sp>
        <p:nvSpPr>
          <p:cNvPr id="20" name="Text 18"/>
          <p:cNvSpPr/>
          <p:nvPr/>
        </p:nvSpPr>
        <p:spPr>
          <a:xfrm>
            <a:off x="8421624" y="2468880"/>
            <a:ext cx="2907792" cy="210312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홀드(x) 기능 완성</a:t>
            </a: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점수·레벨 UI 연동 +</a:t>
            </a: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ko-KR" alt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레벨당 </a:t>
            </a:r>
            <a:r>
              <a:rPr 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속도 증가, 게임 오버 처리</a:t>
            </a: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altLang="ko-KR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push</a:t>
            </a:r>
            <a:r>
              <a:rPr lang="ko-KR" alt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멈춤 기능</a:t>
            </a:r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  <a:defRPr/>
            </a:pPr>
            <a:r>
              <a:rPr lang="en-US" altLang="ko-KR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lang="ko-KR" alt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lang="en-US" altLang="ko-KR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or</a:t>
            </a:r>
            <a:r>
              <a:rPr lang="ko-KR" altLang="en-US" sz="1400">
                <a:solidFill>
                  <a:srgbClr val="E8EBF2"/>
                </a:solidFill>
                <a:latin typeface="맑은 고딕"/>
                <a:ea typeface="맑은 고딕"/>
                <a:cs typeface="맑은 고딕"/>
              </a:rPr>
              <a:t> 멀티 대전 기능</a:t>
            </a:r>
          </a:p>
        </p:txBody>
      </p:sp>
      <p:sp>
        <p:nvSpPr>
          <p:cNvPr id="21" name="Shape 19"/>
          <p:cNvSpPr/>
          <p:nvPr/>
        </p:nvSpPr>
        <p:spPr>
          <a:xfrm>
            <a:off x="548640" y="50749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32A3B"/>
          </a:solidFill>
          <a:ln/>
          <a:effectLst>
            <a:outerShdw blurRad="114300" dist="38100" dir="8100000" algn="bl" rotWithShape="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5321808"/>
            <a:ext cx="131674" cy="131674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1060704" y="5321808"/>
            <a:ext cx="131674" cy="131674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207008" y="5321808"/>
            <a:ext cx="131674" cy="131674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353312" y="5321808"/>
            <a:ext cx="131674" cy="131674"/>
          </a:xfrm>
          <a:prstGeom prst="rect">
            <a:avLst/>
          </a:prstGeom>
          <a:solidFill>
            <a:srgbClr val="4EC1FF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4EC1FF"/>
                </a:solidFill>
                <a:latin typeface="맑은 고딕"/>
                <a:ea typeface="맑은 고딕"/>
                <a:cs typeface="맑은 고딕"/>
              </a:rPr>
              <a:t>감사합니다.</a:t>
            </a:r>
            <a:endParaRPr lang="en-US" sz="2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614</Words>
  <Application>Microsoft Office PowerPoint</Application>
  <PresentationFormat>와이드스크린</PresentationFormat>
  <Paragraphs>147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6" baseType="lpstr">
      <vt:lpstr>맑은 고딕</vt:lpstr>
      <vt:lpstr>맑은 고딕</vt:lpstr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TETRIS 프로젝트 발표</dc:title>
  <dc:subject>PptxGenJS Presentation</dc:subject>
  <dc:creator>이길주</dc:creator>
  <cp:lastModifiedBy>이길주</cp:lastModifiedBy>
  <cp:revision>11</cp:revision>
  <dcterms:created xsi:type="dcterms:W3CDTF">2026-06-17T07:45:53Z</dcterms:created>
  <dcterms:modified xsi:type="dcterms:W3CDTF">2026-06-18T01:00:07Z</dcterms:modified>
  <cp:version/>
</cp:coreProperties>
</file>